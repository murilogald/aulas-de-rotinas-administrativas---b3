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9144000"/>
  <p:notesSz cx="6858000" cy="9144000"/>
  <p:embeddedFontLst>
    <p:embeddedFont>
      <p:font typeface="Arial Black"/>
      <p:regular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d9d9e36cb3_0_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" name="Google Shape;20;gd9d9e36cb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d9d9e36cb3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d9d9e36cb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d9d9e36cb3_0_1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d9d9e36cb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977250" y="2717875"/>
            <a:ext cx="6113100" cy="80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 Black"/>
              <a:buNone/>
              <a:defRPr sz="2700"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 Black"/>
              <a:buNone/>
              <a:defRPr sz="2700">
                <a:latin typeface="Arial Black"/>
                <a:ea typeface="Arial Black"/>
                <a:cs typeface="Arial Black"/>
                <a:sym typeface="Arial Black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 Black"/>
              <a:buNone/>
              <a:defRPr sz="2700">
                <a:latin typeface="Arial Black"/>
                <a:ea typeface="Arial Black"/>
                <a:cs typeface="Arial Black"/>
                <a:sym typeface="Arial Black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 Black"/>
              <a:buNone/>
              <a:defRPr sz="2700">
                <a:latin typeface="Arial Black"/>
                <a:ea typeface="Arial Black"/>
                <a:cs typeface="Arial Black"/>
                <a:sym typeface="Arial Black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 Black"/>
              <a:buNone/>
              <a:defRPr sz="2700">
                <a:latin typeface="Arial Black"/>
                <a:ea typeface="Arial Black"/>
                <a:cs typeface="Arial Black"/>
                <a:sym typeface="Arial Black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 Black"/>
              <a:buNone/>
              <a:defRPr sz="2700">
                <a:latin typeface="Arial Black"/>
                <a:ea typeface="Arial Black"/>
                <a:cs typeface="Arial Black"/>
                <a:sym typeface="Arial Black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 Black"/>
              <a:buNone/>
              <a:defRPr sz="2700">
                <a:latin typeface="Arial Black"/>
                <a:ea typeface="Arial Black"/>
                <a:cs typeface="Arial Black"/>
                <a:sym typeface="Arial Black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 Black"/>
              <a:buNone/>
              <a:defRPr sz="2700">
                <a:latin typeface="Arial Black"/>
                <a:ea typeface="Arial Black"/>
                <a:cs typeface="Arial Black"/>
                <a:sym typeface="Arial Black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 Black"/>
              <a:buNone/>
              <a:defRPr sz="27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1135800" y="188949"/>
            <a:ext cx="8008200" cy="6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11700" y="1187449"/>
            <a:ext cx="8520600" cy="49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35825" y="188949"/>
            <a:ext cx="80082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87449"/>
            <a:ext cx="8520600" cy="49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2977250" y="2717875"/>
            <a:ext cx="6113100" cy="80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1144550" y="168799"/>
            <a:ext cx="7999500" cy="67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1190699"/>
            <a:ext cx="8520600" cy="49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