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ArialBlac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d9d9e36cb3_0_1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" name="Google Shape;20;gd9d9e36cb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d9d9e36cb3_0_5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" name="Google Shape;25;gd9d9e36cb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d9d9e36cb3_0_19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" name="Google Shape;31;gd9d9e36cb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194225" y="2038400"/>
            <a:ext cx="6896100" cy="6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 Black"/>
              <a:buNone/>
              <a:defRPr sz="2300"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 Black"/>
              <a:buNone/>
              <a:defRPr sz="2300">
                <a:latin typeface="Arial Black"/>
                <a:ea typeface="Arial Black"/>
                <a:cs typeface="Arial Black"/>
                <a:sym typeface="Arial Black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 Black"/>
              <a:buNone/>
              <a:defRPr sz="2300">
                <a:latin typeface="Arial Black"/>
                <a:ea typeface="Arial Black"/>
                <a:cs typeface="Arial Black"/>
                <a:sym typeface="Arial Black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 Black"/>
              <a:buNone/>
              <a:defRPr sz="2300">
                <a:latin typeface="Arial Black"/>
                <a:ea typeface="Arial Black"/>
                <a:cs typeface="Arial Black"/>
                <a:sym typeface="Arial Black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 Black"/>
              <a:buNone/>
              <a:defRPr sz="2300">
                <a:latin typeface="Arial Black"/>
                <a:ea typeface="Arial Black"/>
                <a:cs typeface="Arial Black"/>
                <a:sym typeface="Arial Black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 Black"/>
              <a:buNone/>
              <a:defRPr sz="2300">
                <a:latin typeface="Arial Black"/>
                <a:ea typeface="Arial Black"/>
                <a:cs typeface="Arial Black"/>
                <a:sym typeface="Arial Black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 Black"/>
              <a:buNone/>
              <a:defRPr sz="2300">
                <a:latin typeface="Arial Black"/>
                <a:ea typeface="Arial Black"/>
                <a:cs typeface="Arial Black"/>
                <a:sym typeface="Arial Black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 Black"/>
              <a:buNone/>
              <a:defRPr sz="2300">
                <a:latin typeface="Arial Black"/>
                <a:ea typeface="Arial Black"/>
                <a:cs typeface="Arial Black"/>
                <a:sym typeface="Arial Black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300"/>
              <a:buFont typeface="Arial Black"/>
              <a:buNone/>
              <a:defRPr sz="230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871225" y="141700"/>
            <a:ext cx="8272800" cy="4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" type="body"/>
          </p:nvPr>
        </p:nvSpPr>
        <p:spPr>
          <a:xfrm>
            <a:off x="311700" y="890587"/>
            <a:ext cx="85206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blank">
  <p:cSld name="BLAN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135825" y="141712"/>
            <a:ext cx="80082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90587"/>
            <a:ext cx="8520600" cy="3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2194225" y="2011025"/>
            <a:ext cx="6896100" cy="60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871725" y="130150"/>
            <a:ext cx="8272200" cy="4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311700" y="890587"/>
            <a:ext cx="8520600" cy="36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